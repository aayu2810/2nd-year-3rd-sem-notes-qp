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Operating Systems - File Systems and Virtual File System (VFS)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File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 algn="l">
              <a:defRPr sz="1800"/>
            </a:pPr>
            <a:r>
              <a:t>A file system is a crucial part of an operating system responsible for managing and organizing data storage on devices like hard disks, SSDs, and flash drives.</a:t>
            </a:r>
            <a:br/>
            <a:r>
              <a:t>It abstracts the physical details of storage devices and presents a logical view to users and applications. </a:t>
            </a:r>
            <a:br/>
            <a:r>
              <a:t>Main functions include file creation, access, modification, and deletion. File systems also manage metadata, space allocation, and data protection.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Naming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 algn="l">
              <a:defRPr sz="1800"/>
            </a:pPr>
            <a:r>
              <a:t>Each file is uniquely identified by a name, which may include extensions and path information.</a:t>
            </a:r>
            <a:br/>
            <a:r>
              <a:t>Key points:</a:t>
            </a:r>
            <a:br/>
            <a:r>
              <a:t>• File names can vary by operating system (case-sensitive in UNIX, case-insensitive in Windows).</a:t>
            </a:r>
            <a:br/>
            <a:r>
              <a:t>• Naming rules define allowed characters and lengths.</a:t>
            </a:r>
            <a:br/>
            <a:r>
              <a:t>• Paths can be absolute (starting from root) or relative (based on current directory).</a:t>
            </a:r>
            <a:br/>
            <a:r>
              <a:t>• Example: /home/user/document.txt or C:\Users\Admin\file.docx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 algn="l">
              <a:defRPr sz="1800"/>
            </a:pPr>
            <a:r>
              <a:t>File structure refers to the logical organization of data within a file. Common structures include:</a:t>
            </a:r>
            <a:br/>
            <a:r>
              <a:t>• Byte sequence: files are treated as sequences of bytes (used in UNIX).</a:t>
            </a:r>
            <a:br/>
            <a:r>
              <a:t>• Record sequence: files are composed of fixed or variable-length records (used in databases).</a:t>
            </a:r>
            <a:br/>
            <a:r>
              <a:t>• Tree-structured files: used in hierarchical storage (e.g., XML, JSON).</a:t>
            </a:r>
            <a:br/>
            <a:r>
              <a:t>The structure affects how data is accessed and interpreted by programs.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 algn="l">
              <a:defRPr sz="1800"/>
            </a:pPr>
            <a:r>
              <a:t>File systems support multiple types of files, including:</a:t>
            </a:r>
            <a:br/>
            <a:r>
              <a:t>• Regular files: contain user data (text, binary, media).</a:t>
            </a:r>
            <a:br/>
            <a:r>
              <a:t>• Directory files: store information about other files.</a:t>
            </a:r>
            <a:br/>
            <a:r>
              <a:t>• Character special files: represent serial I/O devices like terminals.</a:t>
            </a:r>
            <a:br/>
            <a:r>
              <a:t>• Block special files: represent storage devices like disks.</a:t>
            </a:r>
            <a:br/>
            <a:r>
              <a:t>• Symbolic links: point to other files for quick access.</a:t>
            </a:r>
            <a:br/>
            <a:r>
              <a:t>Example: UNIX uses file type flags in inodes to differentiate file types.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Access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 algn="l">
              <a:defRPr sz="1800"/>
            </a:pPr>
            <a:r>
              <a:t>Access methods define how data within files is read or written.</a:t>
            </a:r>
            <a:br/>
            <a:r>
              <a:t>• Sequential access: Data is processed in a linear order (e.g., reading a log file).</a:t>
            </a:r>
            <a:br/>
            <a:r>
              <a:t>• Direct access: Random access to any part of the file using byte offsets (used in databases).</a:t>
            </a:r>
            <a:br/>
            <a:r>
              <a:t>• Indexed access: An index structure maps keys to specific file blocks (used in databases and file allocation tables).</a:t>
            </a:r>
            <a:br/>
            <a:r>
              <a:t>Efficient access methods improve performance and flexibility.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 algn="l">
              <a:defRPr sz="1800"/>
            </a:pPr>
            <a:r>
              <a:t>Attributes provide metadata about each file. They describe properties and control access permissions.</a:t>
            </a:r>
            <a:br/>
            <a:r>
              <a:t>Common file attributes include:</a:t>
            </a:r>
            <a:br/>
            <a:r>
              <a:t>• Name, Type, Size</a:t>
            </a:r>
            <a:br/>
            <a:r>
              <a:t>• Location (disk address or inode number)</a:t>
            </a:r>
            <a:br/>
            <a:r>
              <a:t>• Protection and permissions (read, write, execute)</a:t>
            </a:r>
            <a:br/>
            <a:r>
              <a:t>• Time stamps: creation, last modification, and last access times</a:t>
            </a:r>
            <a:br/>
            <a:r>
              <a:t>• Owner and group information</a:t>
            </a:r>
            <a:br/>
            <a:r>
              <a:t>These attributes are stored in data structures like File Control Blocks (FCBs) or inodes.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 algn="l">
              <a:defRPr sz="1800"/>
            </a:pPr>
            <a:r>
              <a:t>The file system supports a variety of operations to manage files:</a:t>
            </a:r>
            <a:br/>
            <a:r>
              <a:t>• Create: Allocate space and initialize metadata.</a:t>
            </a:r>
            <a:br/>
            <a:r>
              <a:t>• Open/Close: Establish and release connections to files.</a:t>
            </a:r>
            <a:br/>
            <a:r>
              <a:t>• Read/Write: Transfer data between user memory and file system.</a:t>
            </a:r>
            <a:br/>
            <a:r>
              <a:t>• Delete: Remove files and reclaim space.</a:t>
            </a:r>
            <a:br/>
            <a:r>
              <a:t>• Seek: Reposition file pointer for direct access.</a:t>
            </a:r>
            <a:br/>
            <a:r>
              <a:t>Example system calls: open(), read(), write(), close(), unlink().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Program Using File-System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 algn="l">
              <a:defRPr sz="1800"/>
            </a:pPr>
            <a:r>
              <a:t>Example in C:</a:t>
            </a:r>
            <a:br/>
            <a:r>
              <a:t>#include &lt;fcntl.h&gt;</a:t>
            </a:r>
            <a:br/>
            <a:r>
              <a:t>#include &lt;unistd.h&gt;</a:t>
            </a:r>
            <a:br/>
            <a:r>
              <a:t>#include &lt;stdio.h&gt;</a:t>
            </a:r>
            <a:br/>
            <a:r>
              <a:t>int main() {</a:t>
            </a:r>
            <a:br/>
            <a:r>
              <a:t>    int fd = open("example.txt", O_CREAT | O_WRONLY, 0644);</a:t>
            </a:r>
            <a:br/>
            <a:r>
              <a:t>    write(fd, "Hello OS File System!", 21);</a:t>
            </a:r>
            <a:br/>
            <a:r>
              <a:t>    close(fd);</a:t>
            </a:r>
            <a:br/>
            <a:r>
              <a:t>    return 0;</a:t>
            </a:r>
            <a:br/>
            <a:r>
              <a:t>}</a:t>
            </a:r>
            <a:br/>
            <a:r>
              <a:t>Explanation:</a:t>
            </a:r>
            <a:br/>
            <a:r>
              <a:t>• open(): Creates or opens a file.</a:t>
            </a:r>
            <a:br/>
            <a:r>
              <a:t>• write(): Writes data to the file.</a:t>
            </a:r>
            <a:br/>
            <a:r>
              <a:t>• close(): Closes the file descriptor.</a:t>
            </a:r>
            <a:br/>
            <a:r>
              <a:t>This demonstrates low-level file I/O operations handled by the kernel.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File-System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 algn="l">
              <a:defRPr sz="1800"/>
            </a:pPr>
            <a:r>
              <a:t>A typical disk-based file system is divided into several sections:</a:t>
            </a:r>
            <a:br/>
            <a:r>
              <a:t>1. Boot Block: Contains code for system startup.</a:t>
            </a:r>
            <a:br/>
            <a:r>
              <a:t>2. Superblock: Contains metadata like file system size, block size, and inode count.</a:t>
            </a:r>
            <a:br/>
            <a:r>
              <a:t>3. Inode Table: Stores information about files such as ownership and permissions.</a:t>
            </a:r>
            <a:br/>
            <a:r>
              <a:t>4. Data Blocks: Contain the actual file contents.</a:t>
            </a:r>
            <a:br/>
            <a:r>
              <a:t>5. Free Space Management: Tracks available disk blocks.</a:t>
            </a:r>
            <a:br/>
            <a:r>
              <a:t>Diagram: Boot Block → Superblock → Inodes → Data Blocks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Implementing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 algn="l">
              <a:defRPr sz="1800"/>
            </a:pPr>
            <a:r>
              <a:t>Files can be implemented using different allocation methods:</a:t>
            </a:r>
            <a:br/>
            <a:r>
              <a:t>1. Contiguous Allocation: Stores files in consecutive disk blocks.</a:t>
            </a:r>
            <a:br/>
            <a:r>
              <a:t>   - Advantage: Fast sequential access.</a:t>
            </a:r>
            <a:br/>
            <a:r>
              <a:t>   - Disadvantage: External fragmentation.</a:t>
            </a:r>
            <a:br/>
            <a:r>
              <a:t>2. Linked Allocation: Uses pointers between blocks.</a:t>
            </a:r>
            <a:br/>
            <a:r>
              <a:t>   - Advantage: Flexible file growth.</a:t>
            </a:r>
            <a:br/>
            <a:r>
              <a:t>   - Disadvantage: Slow random access.</a:t>
            </a:r>
            <a:br/>
            <a:r>
              <a:t>3. Indexed Allocation: Uses index blocks that store addresses of file blocks.</a:t>
            </a:r>
            <a:br/>
            <a:r>
              <a:t>   - Advantage: Efficient random access.</a:t>
            </a:r>
            <a:br/>
            <a:r>
              <a:t>File systems like ext4 and NTFS use hybrid approaches combining these techniques.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Virtual File System (VFS)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 algn="l">
              <a:defRPr sz="1800"/>
            </a:pPr>
            <a:r>
              <a:t>A Virtual File System (VFS) provides an abstraction layer between user-level operations and the underlying physical file systems.</a:t>
            </a:r>
            <a:br/>
            <a:r>
              <a:t>It allows multiple file systems (e.g., ext4, FAT32, NFS) to coexist and be accessed through a common interface.</a:t>
            </a:r>
            <a:br/>
            <a:r>
              <a:t>VFS simplifies system call management and improves portability across operating systems.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the Virtual File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 algn="l">
              <a:defRPr sz="1800"/>
            </a:pPr>
            <a:r>
              <a:t>The VFS manages communication between user programs and specific file system implementations.</a:t>
            </a:r>
            <a:br/>
            <a:r>
              <a:t>Roles include:</a:t>
            </a:r>
            <a:br/>
            <a:r>
              <a:t>• Abstracting differences between file systems.</a:t>
            </a:r>
            <a:br/>
            <a:r>
              <a:t>• Managing mount points and file descriptors.</a:t>
            </a:r>
            <a:br/>
            <a:r>
              <a:t>• Providing uniform APIs for file operations (open, read, write).</a:t>
            </a:r>
            <a:br/>
            <a:r>
              <a:t>• Enabling dynamic file system mounting/unmounting.</a:t>
            </a:r>
            <a:br/>
            <a:r>
              <a:t>• Maintaining consistency and caching mechanisms for performance.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VFS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 algn="l">
              <a:defRPr sz="1800"/>
            </a:pPr>
            <a:r>
              <a:t>Core data structures of VFS include:</a:t>
            </a:r>
            <a:br/>
            <a:r>
              <a:t>• Superblock: Represents a mounted file system and contains metadata.</a:t>
            </a:r>
            <a:br/>
            <a:r>
              <a:t>• Inode: Represents an individual file's metadata and pointers to data blocks.</a:t>
            </a:r>
            <a:br/>
            <a:r>
              <a:t>• Dentry: Represents directory entries and pathname components.</a:t>
            </a:r>
            <a:br/>
            <a:r>
              <a:t>• File Object: Represents an open file instance used by processes.</a:t>
            </a:r>
            <a:br/>
            <a:r>
              <a:t>These structures are interconnected, enabling VFS to manage files across different storage systems.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Filesystem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 algn="l">
              <a:defRPr sz="1800"/>
            </a:pPr>
            <a:r>
              <a:t>Common file system types handled by VFS include:</a:t>
            </a:r>
            <a:br/>
            <a:r>
              <a:t>• Disk-based: ext4, FAT32, NTFS</a:t>
            </a:r>
            <a:br/>
            <a:r>
              <a:t>• Network-based: NFS, CIFS</a:t>
            </a:r>
            <a:br/>
            <a:r>
              <a:t>• Memory-based: tmpfs, ramfs</a:t>
            </a:r>
            <a:br/>
            <a:r>
              <a:t>• Pseudo filesystems: procfs, sysfs</a:t>
            </a:r>
            <a:br/>
            <a:r>
              <a:t>Each type implements its own operations but interacts uniformly through VFS interfaces.</a:t>
            </a:r>
            <a:br/>
            <a:r>
              <a:t>Example: Linux allows mounting NFS and ext4 simultaneously using VFS abstraction.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Filesystem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 algn="l">
              <a:defRPr sz="1800"/>
            </a:pPr>
            <a:r>
              <a:t>VFS handles file system registration and mounting:</a:t>
            </a:r>
            <a:br/>
            <a:r>
              <a:t>• Each file system registers its structure and methods via file_system_type.</a:t>
            </a:r>
            <a:br/>
            <a:r>
              <a:t>• VFS maintains a mount table for active file systems.</a:t>
            </a:r>
            <a:br/>
            <a:r>
              <a:t>• Mounting associates a filesystem with a directory path.</a:t>
            </a:r>
            <a:br/>
            <a:r>
              <a:t>• Example: mount -t nfs server:/shared /mnt</a:t>
            </a:r>
            <a:br/>
            <a:r>
              <a:t>VFS routes file operations through function pointers defined in file_operations structures.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Pathname Lookup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 algn="l">
              <a:defRPr sz="1800"/>
            </a:pPr>
            <a:r>
              <a:t>Pathname lookup converts a textual path into an inode reference.</a:t>
            </a:r>
            <a:br/>
            <a:r>
              <a:t>Steps:</a:t>
            </a:r>
            <a:br/>
            <a:r>
              <a:t>1. Parse the path string component by component.</a:t>
            </a:r>
            <a:br/>
            <a:r>
              <a:t>2. Traverse directory hierarchy using dentries.</a:t>
            </a:r>
            <a:br/>
            <a:r>
              <a:t>3. Retrieve the inode corresponding to each path component.</a:t>
            </a:r>
            <a:br/>
            <a:r>
              <a:t>4. Cache results in the dentry cache (dcache) for faster future access.</a:t>
            </a:r>
            <a:br/>
            <a:r>
              <a:t>Diagram: /home/user/file.txt → [dentry → inode → file data]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of VFS System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 algn="l">
              <a:defRPr sz="1800"/>
            </a:pPr>
            <a:r>
              <a:t>System calls like open(), read(), write(), and close() are implemented in VFS as generic functions.</a:t>
            </a:r>
            <a:br/>
            <a:r>
              <a:t>VFS translates these generic calls into specific file system operations.</a:t>
            </a:r>
            <a:br/>
            <a:r>
              <a:t>Example: open() → vfs_open() → ext4_open() or nfs_open()</a:t>
            </a:r>
            <a:br/>
            <a:r>
              <a:t>This modular design improves flexibility, allowing new file systems to integrate seamlessly without modifying kernel code.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Locking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 algn="l">
              <a:defRPr sz="1800"/>
            </a:pPr>
            <a:r>
              <a:t>File locking ensures synchronization and data consistency when multiple processes access the same file.</a:t>
            </a:r>
            <a:br/>
            <a:r>
              <a:t>Types of Locks:</a:t>
            </a:r>
            <a:br/>
            <a:r>
              <a:t>• Shared Lock: Multiple readers can access simultaneously.</a:t>
            </a:r>
            <a:br/>
            <a:r>
              <a:t>• Exclusive Lock: Only one writer can access the file.</a:t>
            </a:r>
            <a:br/>
            <a:r>
              <a:t>Locking Modes:</a:t>
            </a:r>
            <a:br/>
            <a:r>
              <a:t>• Advisory: Voluntary, cooperative locking mechanism.</a:t>
            </a:r>
            <a:br/>
            <a:r>
              <a:t>• Mandatory: Enforced by the operating system.</a:t>
            </a:r>
            <a:br/>
            <a:r>
              <a:t>Example: UNIX uses fcntl() for advisory locks, while Windows uses LockFile().</a:t>
            </a:r>
            <a:br/>
            <a:r>
              <a:t>File locking prevents race conditions and ensures database integrity.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1596</Words>
  <Application>Microsoft Office PowerPoint</Application>
  <PresentationFormat>On-screen Show (4:3)</PresentationFormat>
  <Paragraphs>55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Operating Systems - File Systems and Virtual File System (VFS)</vt:lpstr>
      <vt:lpstr>Introduction to File Systems</vt:lpstr>
      <vt:lpstr>File Naming</vt:lpstr>
      <vt:lpstr>File Structure</vt:lpstr>
      <vt:lpstr>File Types</vt:lpstr>
      <vt:lpstr>File Access Methods</vt:lpstr>
      <vt:lpstr>File Attributes</vt:lpstr>
      <vt:lpstr>File Operations</vt:lpstr>
      <vt:lpstr>Example Program Using File-System Calls</vt:lpstr>
      <vt:lpstr>File-System Layout</vt:lpstr>
      <vt:lpstr>Implementing Files</vt:lpstr>
      <vt:lpstr>Introduction to Virtual File System (VFS)</vt:lpstr>
      <vt:lpstr>Role of the Virtual File System</vt:lpstr>
      <vt:lpstr>VFS Data Structures</vt:lpstr>
      <vt:lpstr>Filesystem Types</vt:lpstr>
      <vt:lpstr>Filesystem Handling</vt:lpstr>
      <vt:lpstr>Pathname Lookup</vt:lpstr>
      <vt:lpstr>Implementation of VFS System Calls</vt:lpstr>
      <vt:lpstr>File Locking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 Sushmitha</cp:lastModifiedBy>
  <cp:revision>2</cp:revision>
  <dcterms:created xsi:type="dcterms:W3CDTF">2013-01-27T09:14:16Z</dcterms:created>
  <dcterms:modified xsi:type="dcterms:W3CDTF">2025-11-05T06:26:27Z</dcterms:modified>
  <cp:category/>
</cp:coreProperties>
</file>