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04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19" r:id="rId6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introduction-to-osha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08CC1E-E4E3-A62A-382D-029F6EC1B964}"/>
              </a:ext>
            </a:extLst>
          </p:cNvPr>
          <p:cNvSpPr txBox="1"/>
          <p:nvPr/>
        </p:nvSpPr>
        <p:spPr>
          <a:xfrm>
            <a:off x="5861050" y="3708400"/>
            <a:ext cx="2406650" cy="4254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chapter-01-introduction-of-osha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chapter-01-introduction-of-osha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chapter-01-introduction-of-osha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chapter-01-introduction-of-osha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chapter-01-introduction-of-osha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chapter-01-introduction-of-osha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chapter-01-introduction-of-osha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chapter-01-introduction-of-osha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chapter-01-introduction-of-osha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chapter-01-introduction-of-osha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chapter-01-introduction-of-osha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chapter-01-introduction-of-osha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chapter-01-introduction-of-osha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chapter-01-introduction-of-osha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chapter-01-introduction-of-osha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introduction-to-osha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introduction-to-osha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introduction-to-osha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introduction-to-osha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introduction-to-osha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introduction-to-osha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introduction-to-osha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introduction-to-osha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introduction-to-osha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introduction-to-osha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introduction-to-osha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introduction-to-osha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introduction-to-osha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introduction-to-osha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introduction-to-osha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introduction-to-osha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introduction-to-osha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introduction-to-osha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introduction-to-osha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introduction-to-osha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introduction-to-osha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introduction-to-osha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introduction-to-osha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introduction-to-osha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introduction-to-osha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introduction-to-osha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introduction-to-osha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introduction-to-osha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introduction-to-osha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introduction-to-osha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introduction-to-osha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introduction-to-osha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introduction-to-osha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introduction-to-osha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introduction-to-osha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introduction-to-osha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introduction-to-osha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introduction-to-osha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introduction-to-osha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introduction-to-osha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introduction-to-osha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introduction-to-osha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introduction-to-osha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introduction-to-osha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6-introduction-to-osha-4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7-introduction-to-osha-4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chapter-01-introduction-of-osha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On-screen Show (4:3)</PresentationFormat>
  <Paragraphs>0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shashimar8@gmail.com</cp:lastModifiedBy>
  <cp:revision>3</cp:revision>
  <dcterms:created xsi:type="dcterms:W3CDTF">2013-01-27T09:14:16Z</dcterms:created>
  <dcterms:modified xsi:type="dcterms:W3CDTF">2024-01-05T02:07:22Z</dcterms:modified>
  <cp:category/>
</cp:coreProperties>
</file>