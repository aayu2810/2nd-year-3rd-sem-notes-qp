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128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866BFC-2B0D-E319-0021-0F575AFE8FCD}"/>
              </a:ext>
            </a:extLst>
          </p:cNvPr>
          <p:cNvSpPr txBox="1"/>
          <p:nvPr/>
        </p:nvSpPr>
        <p:spPr>
          <a:xfrm>
            <a:off x="1143000" y="2151727"/>
            <a:ext cx="685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i="1" dirty="0">
                <a:solidFill>
                  <a:srgbClr val="FF0000"/>
                </a:solidFill>
                <a:latin typeface="Bradley Hand ITC" panose="03070402050302030203" pitchFamily="66" charset="0"/>
              </a:rPr>
              <a:t>ENVIRONMENTAL POLLUTION</a:t>
            </a:r>
            <a:endParaRPr lang="en-IN" sz="6000" b="1" i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environmental-pollution-causes-effects-and-control-measure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environmental-pollution-causes-effects-and-control-measure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environmental-pollution-causes-effects-and-control-measure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environmental-pollution-causes-effects-and-control-measure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environmental-pollution-causes-effects-and-control-measure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environmental-pollution-causes-effects-and-control-measure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environmental-pollution-causes-effects-and-control-measure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environmental-pollution-causes-effects-and-control-measure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environmental-pollution-causes-effects-and-control-measure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environmental-pollution-causes-effects-and-control-measure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environmental-pollution-causes-effects-and-control-measure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environmental-pollution-causes-effects-and-control-measure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environmental-pollution-causes-effects-and-control-measure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environmental-pollution-causes-effects-and-control-measure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environmental-pollution-causes-effects-and-control-measure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environmental-pollution-causes-effects-and-control-measure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environmental-pollution-causes-effects-and-control-measure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environmental-pollution-causes-effects-and-control-measure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environmental-pollution-causes-effects-and-control-measure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environmental-pollution-causes-effects-and-control-measure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environmental-pollution-causes-effects-and-control-measure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environmental-pollution-causes-effects-and-control-measure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environmental-pollution-causes-effects-and-control-measure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environmental-pollution-causes-effects-and-control-measure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environmental-pollution-causes-effects-and-control-measure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environmental-pollution-causes-effects-and-control-measure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environmental-pollution-causes-effects-and-control-measure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environmental-pollution-causes-effects-and-control-measure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environmental-pollution-causes-effects-and-control-measure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environmental-pollution-causes-effects-and-control-measures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environmental-pollution-causes-effects-and-control-measures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environmental-pollution-causes-effects-and-control-measures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environmental-pollution-causes-effects-and-control-measures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environmental-pollution-causes-effects-and-control-measures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environmental-pollution-causes-effects-and-control-measures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environmental-pollution-causes-effects-and-control-measures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environmental-pollution-causes-effects-and-control-measures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environmental-pollution-causes-effects-and-control-measures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environmental-pollution-causes-effects-and-control-measures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environmental-pollution-causes-effects-and-control-measures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environmental-pollution-causes-effects-and-control-measures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environmental-pollution-causes-effects-and-control-measures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environmental-pollution-causes-effects-and-control-measures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environmental-pollution-causes-effects-and-control-measures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6-environmental-pollution-causes-effects-and-control-measures-4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7-environmental-pollution-causes-effects-and-control-measures-4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-environmental-pollution-causes-effects-and-control-measures-4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9-environmental-pollution-causes-effects-and-control-measures-4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0-environmental-pollution-causes-effects-and-control-measures-5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1-environmental-pollution-causes-effects-and-control-measures-5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2-environmental-pollution-causes-effects-and-control-measures-5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3-environmental-pollution-causes-effects-and-control-measures-5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4-environmental-pollution-causes-effects-and-control-measures-5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5-environmental-pollution-causes-effects-and-control-measures-5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6-environmental-pollution-causes-effects-and-control-measures-5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7-environmental-pollution-causes-effects-and-control-measures-5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8-environmental-pollution-causes-effects-and-control-measures-5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9-environmental-pollution-causes-effects-and-control-measures-5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0-environmental-pollution-causes-effects-and-control-measures-6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1-environmental-pollution-causes-effects-and-control-measures-6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2-environmental-pollution-causes-effects-and-control-measures-6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3-environmental-pollution-causes-effects-and-control-measures-6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4-environmental-pollution-causes-effects-and-control-measures-6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5-environmental-pollution-causes-effects-and-control-measures-6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6-environmental-pollution-causes-effects-and-control-measures-6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7-environmental-pollution-causes-effects-and-control-measures-6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8-environmental-pollution-causes-effects-and-control-measures-6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9-environmental-pollution-causes-effects-and-control-measures-6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0-environmental-pollution-causes-effects-and-control-measures-7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1-environmental-pollution-causes-effects-and-control-measures-7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2-environmental-pollution-causes-effects-and-control-measures-7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3-environmental-pollution-causes-effects-and-control-measures-7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4-environmental-pollution-causes-effects-and-control-measures-7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5-environmental-pollution-causes-effects-and-control-measures-7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6-environmental-pollution-causes-effects-and-control-measures-7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7-environmental-pollution-causes-effects-and-control-measures-7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8-environmental-pollution-causes-effects-and-control-measures-7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9-environmental-pollution-causes-effects-and-control-measures-7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0-environmental-pollution-causes-effects-and-control-measures-8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1-environmental-pollution-causes-effects-and-control-measures-8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2-environmental-pollution-causes-effects-and-control-measures-8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3-environmental-pollution-causes-effects-and-control-measures-8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4-environmental-pollution-causes-effects-and-control-measures-8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5-environmental-pollution-causes-effects-and-control-measures-8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6-environmental-pollution-causes-effects-and-control-measures-8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7-environmental-pollution-causes-effects-and-control-measures-8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8-environmental-pollution-causes-effects-and-control-measures-8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9-environmental-pollution-causes-effects-and-control-measures-8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Office PowerPoint</Application>
  <PresentationFormat>On-screen Show (4:3)</PresentationFormat>
  <Paragraphs>1</Paragraphs>
  <Slides>89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3" baseType="lpstr">
      <vt:lpstr>Arial</vt:lpstr>
      <vt:lpstr>Bradley Hand ITC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shashimar8@gmail.com</cp:lastModifiedBy>
  <cp:revision>2</cp:revision>
  <dcterms:created xsi:type="dcterms:W3CDTF">2013-01-27T09:14:16Z</dcterms:created>
  <dcterms:modified xsi:type="dcterms:W3CDTF">2023-12-14T18:32:02Z</dcterms:modified>
  <cp:category/>
</cp:coreProperties>
</file>